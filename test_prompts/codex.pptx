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  <Relationship Id="rId1" Type="http://schemas.openxmlformats.org/officeDocument/2006/relationships/officeDocument" Target="ppt/presentation.xml"/>
    <Relationship Id="rId2" Type="http://schemas.openxmlformats.org/package/2006/relationships/metadata/core-properties" Target="docProps/core.xml"/>
  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  <p:sldId id="258" r:id="rId4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slide" Target="slides/slide1.xml"/>
    <Relationship Id="rId3" Type="http://schemas.openxmlformats.org/officeDocument/2006/relationships/slide" Target="slides/slide2.xml"/>
    <Relationship Id="rId4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2573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685800" y="1962150"/>
            <a:ext cx="7772400" cy="3810000"/>
          </a:xfrm>
        </p:spPr>
        <p:txBody>
          <a:bodyPr wrap="square"/>
          <a:lstStyle/>
          <a:p>
            <a:pPr lvl="0"/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  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57" r:id="rId1"/>
  </p:sldLayoutIdLst>
  <p:txStyles>
    <p:titleStyle>
      <a:lvl1pPr algn="ctr">
        <a:defRPr sz="4400" b="1">
          <a:solidFill>
            <a:schemeClr val="tx1"/>
          </a:solidFill>
          <a:latin typeface="+mj-lt"/>
        </a:defRPr>
      </a:lvl1pPr>
    </p:titleStyle>
    <p:bodyStyle>
      <a:lvl1pPr marL="0" indent="0">
        <a:defRPr sz="3200">
          <a:solidFill>
            <a:schemeClr val="tx1"/>
          </a:solidFill>
          <a:latin typeface="+mn-lt"/>
        </a:defRPr>
      </a:lvl1pPr>
      <a:lvl2pPr marL="457200" indent="0">
        <a:defRPr sz="2800">
          <a:latin typeface="+mn-lt"/>
        </a:defRPr>
      </a:lvl2pPr>
    </p:bodyStyle>
    <p:otherStyle>
      <a:defPPr>
        <a:defRPr>
          <a:solidFill>
            <a:schemeClr val="tx1"/>
          </a:solidFill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257300"/>
          </a:xfrm>
        </p:spPr>
        <p:txBody>
          <a:bodyPr/>
          <a:lstStyle/>
          <a:p>
            <a:r>
              <a:rPr lang="en-US"/>
              <a:t>Introducing Codex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685800" y="1962150"/>
            <a:ext cx="7772400" cy="3810000"/>
          </a:xfrm>
        </p:spPr>
        <p:txBody>
          <a:bodyPr wrap="square"/>
          <a:lstStyle/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Developer-focused AI pair programmer</a:t>
            </a:r>
            <a:endParaRPr lang="en-US"/>
          </a:p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Understands repositories and context deeply</a:t>
            </a:r>
            <a:endParaRPr lang="en-US"/>
          </a:p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Helps ship secure, high-quality changes faster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257300"/>
          </a:xfrm>
        </p:spPr>
        <p:txBody>
          <a:bodyPr/>
          <a:lstStyle/>
          <a:p>
            <a:r>
              <a:rPr lang="en-US"/>
              <a:t>Core Capabilities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685800" y="1962150"/>
            <a:ext cx="7772400" cy="3810000"/>
          </a:xfrm>
        </p:spPr>
        <p:txBody>
          <a:bodyPr wrap="square"/>
          <a:lstStyle/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Navigates large codebases with semantic search</a:t>
            </a:r>
            <a:endParaRPr lang="en-US"/>
          </a:p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Makes precise, context-aware edits</a:t>
            </a:r>
            <a:endParaRPr lang="en-US"/>
          </a:p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Works across languages, tests, and docs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257300"/>
          </a:xfrm>
        </p:spPr>
        <p:txBody>
          <a:bodyPr/>
          <a:lstStyle/>
          <a:p>
            <a:r>
              <a:rPr lang="en-US"/>
              <a:t>Getting Started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685800" y="1962150"/>
            <a:ext cx="7772400" cy="3810000"/>
          </a:xfrm>
        </p:spPr>
        <p:txBody>
          <a:bodyPr wrap="square"/>
          <a:lstStyle/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Open your project with Codex in the loop</a:t>
            </a:r>
            <a:endParaRPr lang="en-US"/>
          </a:p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Run recommended checks like just fmt and tests</a:t>
            </a:r>
            <a:endParaRPr lang="en-US"/>
          </a:p>
          <a:p>
            <a:pPr lvl="0">
              <a:buChar char="•">
                <a:solidFill>
                  <a:schemeClr val="tx1"/>
                </a:solidFill>
              </a:buChar>
            </a:pPr>
            <a:r>
              <a:rPr lang="en-US"/>
              <a:t>Iterate with Codex for reviews, refactors, and docs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atMod val="300000"/>
              </a:schemeClr>
            </a:gs>
            <a:gs pos="100000">
              <a:schemeClr val="phClr">
                <a:tint val="80000"/>
                <a:satMod val="200000"/>
              </a:schemeClr>
            </a:gs>
          </a:gsLst>
          <a:lin ang="16200000" scaled="1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algn="ctr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algn="ctr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algn="ctr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tint val="98000"/>
                <a:satMod val="13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Screen</PresentationFormat>
  <Slides>3</Slides>
  <Notes>0</Notes>
  <HiddenSlides>0</HiddenSlides>
  <MMClips>0</MMClips>
  <HyperlinksChanged>false</HyperlinksChanged>
  <SharedDoc>false</SharedDoc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 Overview</dc:title>
  <dc:creator>Codex assistant</dc:creator>
  <cp:lastModifiedBy>Codex assistant</cp:lastModifiedBy>
  <dcterms:created xsi:type="dcterms:W3CDTF">2025-11-03T23:53:31Z</dcterms:created>
  <dcterms:modified xsi:type="dcterms:W3CDTF">2025-11-03T23:53:31Z</dcterms:modified>
</cp:coreProperties>
</file>