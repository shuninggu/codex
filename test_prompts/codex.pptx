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Introducing Codex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Modern privacy-first assistant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Codex?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AI-native assistant framework</a:t>
            </a:r>
          </a:p>
          <a:p>
            <a:r>
              <a:t>Unifies LLM orchestration, tooling, and privacy controls</a:t>
            </a:r>
          </a:p>
          <a:p>
            <a:r>
              <a:t>Supports pluggable agents, skills, and evaluation pipelines</a:t>
            </a:r>
          </a:p>
          <a:p>
            <a:r>
              <a:t>Designed for compliance-conscious deployments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building blocks</a:t>
            </a:r>
          </a:p>
          <a:p>
            <a:r>
              <a:t>codex-core: conversation state, policies, and routing</a:t>
            </a:r>
          </a:p>
          <a:p>
            <a:r>
              <a:t>codex-protocol: shared types, API contracts, and events</a:t>
            </a:r>
          </a:p>
          <a:p>
            <a:r>
              <a:t>codex-tui: developer-friendly terminal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Quick start tips</a:t>
            </a:r>
          </a:p>
          <a:p>
            <a:r>
              <a:t>Install dependencies with just and cargo</a:t>
            </a:r>
          </a:p>
          <a:p>
            <a:r>
              <a:t>Run codex-tui for live agent monitoring</a:t>
            </a:r>
          </a:p>
          <a:p>
            <a:r>
              <a:t>Extend via new skills or protocol integrations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